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0649" autoAdjust="0"/>
  </p:normalViewPr>
  <p:slideViewPr>
    <p:cSldViewPr>
      <p:cViewPr varScale="1">
        <p:scale>
          <a:sx n="148" d="100"/>
          <a:sy n="148" d="100"/>
        </p:scale>
        <p:origin x="-56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G:\Admin\Desktop\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54" y="13965"/>
            <a:ext cx="9252520" cy="512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1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Admin\Desktop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4892" y="-1"/>
            <a:ext cx="9268967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Admin\Desktop\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969" y="-18568"/>
            <a:ext cx="9288804" cy="516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:\Admin\Desktop\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99" y="0"/>
            <a:ext cx="928256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Admin\Desktop\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-12803"/>
            <a:ext cx="9309582" cy="515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:\Admin\Desktop\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706" y="0"/>
            <a:ext cx="926508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:\Admin\Desktop\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738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:\Admin\Desktop\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" y="2376"/>
            <a:ext cx="9282179" cy="514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Admin\Desktop\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8741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G:\Admin\Desktop\Скриншот 24-04-2026 11064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8256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G:\Admin\Desktop\Скриншот 24-04-2026 1106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8610"/>
            <a:ext cx="9344892" cy="517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83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</cp:revision>
  <dcterms:created xsi:type="dcterms:W3CDTF">2026-04-24T08:03:03Z</dcterms:created>
  <dcterms:modified xsi:type="dcterms:W3CDTF">2026-04-24T08:15:32Z</dcterms:modified>
</cp:coreProperties>
</file>