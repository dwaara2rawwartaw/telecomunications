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0" d="100"/>
          <a:sy n="140" d="100"/>
        </p:scale>
        <p:origin x="-804" y="-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:\Admin\Desktop\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237901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895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:\Admin\Desktop\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24275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53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G:\Admin\Desktop\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538457" cy="5308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53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G:\Admin\Desktop\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237901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53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G:\Admin\Desktop\1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83" y="0"/>
            <a:ext cx="924761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53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G:\Admin\Desktop\1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6" y="0"/>
            <a:ext cx="922918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53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G:\Admin\Desktop\1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237901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53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G:\Admin\Desktop\1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846" y="0"/>
            <a:ext cx="9271366" cy="515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53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G:\Admin\Desktop\Скриншот 24-04-2026 11414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2048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53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Экран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1</cp:revision>
  <dcterms:created xsi:type="dcterms:W3CDTF">2026-04-24T08:03:27Z</dcterms:created>
  <dcterms:modified xsi:type="dcterms:W3CDTF">2026-04-24T08:45:39Z</dcterms:modified>
</cp:coreProperties>
</file>