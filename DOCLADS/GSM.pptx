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-804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Admin\Downloads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5732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8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:\Admin\Downloads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4761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49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:\Admin\Downloads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"/>
            <a:ext cx="9269874" cy="5143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76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:\Admin\Downloads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63176" cy="516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73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:\Admin\Downloads\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1866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69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G:\Admin\Downloads\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24" y="0"/>
            <a:ext cx="923987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863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G:\Admin\Downloads\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52521" cy="514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01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G:\Admin\Downloads\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820"/>
            <a:ext cx="9283658" cy="517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60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G:\Admin\Downloads\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24275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72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Экран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3</cp:revision>
  <dcterms:created xsi:type="dcterms:W3CDTF">2026-05-08T09:29:53Z</dcterms:created>
  <dcterms:modified xsi:type="dcterms:W3CDTF">2026-05-08T10:21:23Z</dcterms:modified>
</cp:coreProperties>
</file>